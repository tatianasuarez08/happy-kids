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F4F29-0FE5-21CA-6B4E-E1973472E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10155E-9DCA-9CF7-6AA4-91F336C89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DBD8A5-725B-7BF5-947D-3AE65D27B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A10782-8DE5-A8C3-88ED-139F86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902A83-0E0C-1A7F-7D72-435B1566C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608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0DF2E-41D2-E874-5B32-A583D518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A1462A-0B6C-0477-F654-31047671D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BCA2DB-8028-AABC-8F11-37B06B76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644DD1-D4A5-DE1A-47A0-62027014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B5935-9FC6-309A-0A56-0621263E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1927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0C8F6-A393-F1D9-3EB9-43E5E7032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B24F8F-6642-BC53-C5FA-BC83AF2B7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D148BB-909A-DA3D-8847-3D78D5573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19B81-D6FE-94B7-269B-0E52BBAA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7E8690-1C92-4EC5-EFD3-38251B17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5910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A932A-20A7-96E5-FAF1-4A38F1BB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93F75A-E25F-DD4F-8091-B472199FF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E2A115-9A0C-A64C-D50F-636EF795F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E010A5-6B15-90BB-5432-1D6E987B2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97728D-C803-AF84-82A1-183EFCB81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EDB60A-55EC-CF4E-B746-A96E35208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363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CAB46-FBA6-14BB-F428-989987F80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67D44B-56E1-41F8-3BC9-74DD5754A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2E8392-CB32-056D-748C-6F6368F48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2021183-2C4A-6C6D-39AF-951114B3F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A589DE-52DD-8A98-7C32-D4178CDA96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6524D8-0D81-7368-A701-6EEC18D6D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F96F114-8BB5-DD5B-EE96-B10496EFE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8E2032A-7C3B-7934-509F-674E7DAC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2768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0FCD3-9C96-662D-07B7-1802FC0C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19DA7E-9526-8C42-42EB-25287CCC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2A68A9-225F-AFE5-33B8-93FCC4C0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F0E5AFB-9297-6844-79D9-E7C264AF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16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ED1DB55-AD4C-394F-6808-DA1DAAE74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46518AC-81B2-593A-19A6-65C887DBC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FEA227-54D1-BD46-E82C-6267F687F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5889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F5E31-6B33-4A41-44B7-3E59B9018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093200-A17C-C691-AA4C-2FBAF731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53C41D-5547-7B6B-A340-88200EE3B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474DFF-6891-C37C-1D7E-19307B64F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694F36-3F91-C211-A3C9-092DE2593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8AA21F-634C-EB9B-00B1-8616238D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383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83125-30D6-EF75-9BB0-F7720F0F2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1977835-D474-67F9-639F-814E06BF2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F252B4-10B3-B7BB-8742-FC24268FC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96B3B9-494E-6BB3-F814-0F38C81B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13B93-A39F-80E9-78EC-1D673523A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C12F29-53C2-0499-DB55-35F2E1832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363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1320B-9138-2488-F9BC-E8DD0DE0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9443AC2-47AE-C705-E8F2-9A980903E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488D18-C2A7-7AAC-BC88-FB16721C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2D50CE-A1C3-A3BD-8DE8-25813D65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E6D0E4-2655-7F95-C229-236D929BB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993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3C5B91-6CBC-4F48-CDE1-30393F2CA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1A9F4A-B1FA-584A-A48E-49078E69E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3FF9D5-E074-180E-1C8A-21A2E6828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3DCE1-8EE0-4756-AFE9-BFEECC4EF320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CEEE62-362E-7F1B-8BFB-4C448B982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A1D7-A2A1-526B-9F80-05CF6C638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140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4AB1E77-49E2-AEFA-2427-DDC0B8A00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1A4F7C-61EB-687B-57E1-9E254BF1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E9FC23-2C70-BBC6-A1A9-02ABBD2FD9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3DCE1-8EE0-4756-AFE9-BFEECC4EF320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17222C-44AD-0139-9227-88959C2D3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3F3C3F-ED03-8B06-5FD9-82C463D8B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AC2A5-5C3E-4220-BB99-01E3C4CB1A8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793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formato%20ieee-830.doc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/>
                <a:t>Análisis y Desarrollo </a:t>
              </a:r>
              <a:r>
                <a:rPr lang="es-MX" sz="2800" dirty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5213605" y="318566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/>
              <a:t>HAPPY KIDS 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5268036" y="4224475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42" y="2433992"/>
            <a:ext cx="237172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5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/>
                <a:t>Análisis y Desarrollo </a:t>
              </a:r>
              <a:r>
                <a:rPr lang="es-MX" sz="2800" dirty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5213605" y="318566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/>
              <a:t>Integrantes: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5240900" y="5848558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673" y="1994383"/>
            <a:ext cx="3429000" cy="3429000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5213605" y="3708883"/>
            <a:ext cx="66282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 err="1"/>
              <a:t>Karol</a:t>
            </a:r>
            <a:r>
              <a:rPr lang="es-MX" sz="2800" dirty="0"/>
              <a:t> Tatiana Santa Suarez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Robert </a:t>
            </a:r>
            <a:r>
              <a:rPr lang="es-MX" sz="2800" dirty="0" err="1"/>
              <a:t>Andres</a:t>
            </a:r>
            <a:r>
              <a:rPr lang="es-MX" sz="2800" dirty="0"/>
              <a:t> Velasco </a:t>
            </a:r>
            <a:r>
              <a:rPr lang="es-MX" sz="2800" dirty="0" err="1"/>
              <a:t>Hernandez</a:t>
            </a:r>
            <a:endParaRPr lang="es-MX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Emy Caroline Toro Areiza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Juan camilo </a:t>
            </a:r>
            <a:r>
              <a:rPr lang="es-MX" sz="2800" dirty="0" err="1"/>
              <a:t>Martinez</a:t>
            </a:r>
            <a:r>
              <a:rPr lang="es-MX" sz="2800" dirty="0"/>
              <a:t> Zambrano</a:t>
            </a:r>
          </a:p>
          <a:p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694620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/>
                <a:t>Análisis y Desarrollo </a:t>
              </a:r>
              <a:r>
                <a:rPr lang="es-MX" sz="2800" dirty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460375" y="173277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/>
              <a:t>Planteamiento del Problema: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460375" y="2255993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307975" y="2428726"/>
            <a:ext cx="11413177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/>
              <a:t>La tienda de  sudaderas para niños </a:t>
            </a:r>
            <a:r>
              <a:rPr lang="es-MX" sz="2400" dirty="0" err="1"/>
              <a:t>happy</a:t>
            </a:r>
            <a:r>
              <a:rPr lang="es-MX" sz="2400" dirty="0"/>
              <a:t> </a:t>
            </a:r>
            <a:r>
              <a:rPr lang="es-MX" sz="2400" dirty="0" err="1"/>
              <a:t>kids</a:t>
            </a:r>
            <a:r>
              <a:rPr lang="es-MX" sz="2400" dirty="0"/>
              <a:t>  maneja inventarios y ventas de forma manual , lo que causa errores y demora en la atención al cliente  ya que afecta las ventas en  el inventario no se tiene el control de los productos que se vende y se almacenan debido a  las actividades que se realizan aquí, se desarrollan de forma manual , permitiendo que halla errores en la verificación y validación de la mercancía. Esta afecta tanto como a los clientes como a la organización. Por eso se necesita un sistema de información que haga todo mas rápido y ordenado 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40860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/>
                <a:t>Análisis y Desarrollo </a:t>
              </a:r>
              <a:r>
                <a:rPr lang="es-MX" sz="2800" dirty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460375" y="173277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/>
              <a:t>Justificación: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460375" y="2255993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460374" y="2521528"/>
            <a:ext cx="1141317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La implementación de un sistema de información se justifica porque la tienda necesita una forma más organizada y moderna de trabajar. Con este sistema será posible llevar un mejor control del inventario, saber con precisión qué tallas y colores hay disponibles, evitar errores en los pedidos y hacer que las ventas sean más rápidas y seguras. Además, permitirá atender a los clientes con mayor agilidad, dándoles información clara y confiable, lo que aumentará su confianza y satisfacción. Al mismo tiempo, el negocio podrá ahorrar tiempo, reducir complicaciones y crecer de manera más ordenada, asegurando un servicio de calidad y una mejor administración en general.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279429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/>
                <a:t>Análisis y Desarrollo </a:t>
              </a:r>
              <a:r>
                <a:rPr lang="es-MX" sz="2800" dirty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460375" y="173277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/>
              <a:t>Pregunta del proyecto: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460375" y="2255993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460374" y="2521528"/>
            <a:ext cx="1141317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/>
              <a:t>¿Qué tipo de sistema en línea puede desarrollar Happy Kids para agilizar la gestión de productos y mejorar la experiencia del usuario?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31244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/>
                <a:t>Análisis y Desarrollo </a:t>
              </a:r>
              <a:r>
                <a:rPr lang="es-MX" sz="2800" dirty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460375" y="173277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/>
              <a:t>Objetivo General: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460375" y="2255993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524964" y="2521528"/>
            <a:ext cx="1141317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>
                <a:latin typeface="Calibri Light (Títulos)"/>
              </a:rPr>
              <a:t>Implementar un sistema de información en la tienda Happy Kids que permita gestionar de forma eficiente las ventas y el control de inventarios, garantizando un manejo ordenado y confiable de la información, así como una mejor atención al cliente</a:t>
            </a:r>
            <a:endParaRPr lang="es-CO" sz="2800" dirty="0">
              <a:latin typeface="Calibri Light (Títulos)"/>
            </a:endParaRPr>
          </a:p>
        </p:txBody>
      </p:sp>
    </p:spTree>
    <p:extLst>
      <p:ext uri="{BB962C8B-B14F-4D97-AF65-F5344CB8AC3E}">
        <p14:creationId xmlns:p14="http://schemas.microsoft.com/office/powerpoint/2010/main" val="3732471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/>
                <a:t>Análisis y Desarrollo </a:t>
              </a:r>
              <a:r>
                <a:rPr lang="es-MX" sz="2800" dirty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460375" y="173277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/>
              <a:t>Objetivo Específicos: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460375" y="2255993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524966" y="2521531"/>
            <a:ext cx="1028696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400" dirty="0">
                <a:latin typeface="+mj-lt"/>
                <a:cs typeface="Arial" panose="020B0604020202020204" pitchFamily="34" charset="0"/>
              </a:rPr>
              <a:t>Desarrollar módulos funcionales del sistema que gestionen el inventario, el control de ventas y la generación automática de reportes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400" dirty="0">
                <a:latin typeface="+mj-lt"/>
                <a:cs typeface="Arial" panose="020B0604020202020204" pitchFamily="34" charset="0"/>
              </a:rPr>
              <a:t>Implementar una base de datos que almacene de manera segura la información de productos, clientes y transacciones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400" dirty="0">
                <a:latin typeface="+mj-lt"/>
                <a:cs typeface="Arial" panose="020B0604020202020204" pitchFamily="34" charset="0"/>
              </a:rPr>
              <a:t>Proteger la información del sistema mediante la gestión de usuarios y contraseñas seguras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2400" dirty="0">
                <a:latin typeface="+mj-lt"/>
                <a:cs typeface="Arial" panose="020B0604020202020204" pitchFamily="34" charset="0"/>
              </a:rPr>
              <a:t>Gestionar en el sistema la información relacionada con los productos, categorías, precios y existencias del inventario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sz="2400" dirty="0">
                <a:latin typeface="+mj-lt"/>
                <a:cs typeface="Arial" panose="020B0604020202020204" pitchFamily="34" charset="0"/>
              </a:rPr>
              <a:t>Desarrollar una interfaz grafica amigable que se adapte a cualquier tipo de dispositivos y facilite la navegación del usuario</a:t>
            </a:r>
          </a:p>
        </p:txBody>
      </p:sp>
    </p:spTree>
    <p:extLst>
      <p:ext uri="{BB962C8B-B14F-4D97-AF65-F5344CB8AC3E}">
        <p14:creationId xmlns:p14="http://schemas.microsoft.com/office/powerpoint/2010/main" val="961234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Quiénes som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18" name="Grupo 17"/>
          <p:cNvGrpSpPr/>
          <p:nvPr/>
        </p:nvGrpSpPr>
        <p:grpSpPr>
          <a:xfrm>
            <a:off x="0" y="0"/>
            <a:ext cx="12192000" cy="1714500"/>
            <a:chOff x="0" y="0"/>
            <a:chExt cx="12192000" cy="1714500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171450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300252" y="211200"/>
              <a:ext cx="4940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800" dirty="0"/>
                <a:t>Análisis y Desarrollo </a:t>
              </a:r>
              <a:r>
                <a:rPr lang="es-MX" sz="2800" dirty="0">
                  <a:solidFill>
                    <a:schemeClr val="accent6"/>
                  </a:solidFill>
                </a:rPr>
                <a:t>de Software</a:t>
              </a:r>
              <a:endParaRPr lang="es-CO" sz="2800" dirty="0">
                <a:solidFill>
                  <a:schemeClr val="accent6"/>
                </a:solidFill>
              </a:endParaRPr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5504" y="211200"/>
              <a:ext cx="1064525" cy="1027017"/>
            </a:xfrm>
            <a:prstGeom prst="rect">
              <a:avLst/>
            </a:prstGeom>
          </p:spPr>
        </p:pic>
      </p:grpSp>
      <p:sp>
        <p:nvSpPr>
          <p:cNvPr id="14" name="Rectángulo 13"/>
          <p:cNvSpPr/>
          <p:nvPr/>
        </p:nvSpPr>
        <p:spPr>
          <a:xfrm>
            <a:off x="460375" y="1732773"/>
            <a:ext cx="6628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/>
              <a:t>Alcance:</a:t>
            </a:r>
            <a:endParaRPr lang="es-CO" sz="2800" dirty="0"/>
          </a:p>
        </p:txBody>
      </p:sp>
      <p:cxnSp>
        <p:nvCxnSpPr>
          <p:cNvPr id="17" name="Conector recto 16"/>
          <p:cNvCxnSpPr/>
          <p:nvPr/>
        </p:nvCxnSpPr>
        <p:spPr>
          <a:xfrm>
            <a:off x="460375" y="2255993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/>
          <p:cNvSpPr/>
          <p:nvPr/>
        </p:nvSpPr>
        <p:spPr>
          <a:xfrm>
            <a:off x="524964" y="2521528"/>
            <a:ext cx="11413177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 </a:t>
            </a:r>
            <a:r>
              <a:rPr lang="es-MX" sz="2400" dirty="0"/>
              <a:t>El sistemas para la tienda Happy </a:t>
            </a:r>
            <a:r>
              <a:rPr lang="es-MX" sz="2400" dirty="0" err="1"/>
              <a:t>kids</a:t>
            </a:r>
            <a:r>
              <a:rPr lang="es-MX" sz="2400" dirty="0"/>
              <a:t> tendrá como funciones principales el control del inventario, el registro de ventas, la generación de reportes y la validación de datos para evitar errores. Sera utilizado principalmente por el administrador, encargado de la gestión general, y los vendedores, responsables de registrar ventas y consultar productos. En su primera versión contara con módulos de inventario, ventas, reportes y usuarios, permitiendo un manejo mas rápido, organizado y confiable de la información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655281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B6A24-1BEB-FC45-CD0D-91366C936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B16928-6F69-9D5D-40D8-D5132FD64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7145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4C47D94-7D43-D097-7137-9D84770588AC}"/>
              </a:ext>
            </a:extLst>
          </p:cNvPr>
          <p:cNvSpPr txBox="1"/>
          <p:nvPr/>
        </p:nvSpPr>
        <p:spPr>
          <a:xfrm>
            <a:off x="300252" y="211200"/>
            <a:ext cx="4940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Análisis y Desarrollo </a:t>
            </a:r>
            <a:r>
              <a:rPr lang="es-MX" sz="2800" dirty="0">
                <a:solidFill>
                  <a:schemeClr val="accent6"/>
                </a:solidFill>
              </a:rPr>
              <a:t>de Software</a:t>
            </a:r>
            <a:endParaRPr lang="es-CO" sz="2800" dirty="0">
              <a:solidFill>
                <a:schemeClr val="accent6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A34BB21-9179-4514-26AF-5DA559941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504" y="211200"/>
            <a:ext cx="1064525" cy="102701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E454FC93-E41C-D46D-B10E-5D7BB80A3FCE}"/>
              </a:ext>
            </a:extLst>
          </p:cNvPr>
          <p:cNvSpPr/>
          <p:nvPr/>
        </p:nvSpPr>
        <p:spPr>
          <a:xfrm>
            <a:off x="409575" y="1246843"/>
            <a:ext cx="66282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/>
              <a:t>BPMN:</a:t>
            </a:r>
          </a:p>
          <a:p>
            <a:endParaRPr lang="es-CO" sz="2800" dirty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8D6FF2C-906D-073B-2C51-CC36237D568E}"/>
              </a:ext>
            </a:extLst>
          </p:cNvPr>
          <p:cNvCxnSpPr/>
          <p:nvPr/>
        </p:nvCxnSpPr>
        <p:spPr>
          <a:xfrm>
            <a:off x="409575" y="1866526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82572CDB-4FDA-4055-A7E9-05E74B426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51" y="2055812"/>
            <a:ext cx="11709777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21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áfico de las respuestas de Formularios. Título de la pregunta: 5.Prefieres pagos en línea con tarjeta y billetera digital?&#10;. Número de respuestas: 16 respuestas.">
            <a:extLst>
              <a:ext uri="{FF2B5EF4-FFF2-40B4-BE49-F238E27FC236}">
                <a16:creationId xmlns:a16="http://schemas.microsoft.com/office/drawing/2014/main" id="{8E587FC4-41CC-D00A-882D-C159DC251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52" y="3254132"/>
            <a:ext cx="4074394" cy="1714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Gráfico de las respuestas de Formularios. Título de la pregunta: 6.Te gustaría tener la opción de pagar contra entrega?&#10;. Número de respuestas: 16 respuestas.">
            <a:extLst>
              <a:ext uri="{FF2B5EF4-FFF2-40B4-BE49-F238E27FC236}">
                <a16:creationId xmlns:a16="http://schemas.microsoft.com/office/drawing/2014/main" id="{09ADA027-E613-2D68-3038-B1AE2DB7C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912" y="3307663"/>
            <a:ext cx="3630117" cy="16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BA60AED-78FA-FDB8-620F-052A7A7ED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DD790A-619E-08C1-9163-5C820910C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145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5B13BFC-81D9-E5F5-5315-493F1B5259E8}"/>
              </a:ext>
            </a:extLst>
          </p:cNvPr>
          <p:cNvSpPr txBox="1"/>
          <p:nvPr/>
        </p:nvSpPr>
        <p:spPr>
          <a:xfrm>
            <a:off x="300252" y="211200"/>
            <a:ext cx="4940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Análisis y Desarrollo </a:t>
            </a:r>
            <a:r>
              <a:rPr lang="es-MX" sz="2800" dirty="0">
                <a:solidFill>
                  <a:schemeClr val="accent6"/>
                </a:solidFill>
              </a:rPr>
              <a:t>de Software</a:t>
            </a:r>
            <a:endParaRPr lang="es-CO" sz="2800" dirty="0">
              <a:solidFill>
                <a:schemeClr val="accent6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504A2B6-2833-0DC5-5608-D8079C9C25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5504" y="211200"/>
            <a:ext cx="1064525" cy="102701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B8675EC1-2D45-C4DA-9363-8CFA657C2173}"/>
              </a:ext>
            </a:extLst>
          </p:cNvPr>
          <p:cNvSpPr/>
          <p:nvPr/>
        </p:nvSpPr>
        <p:spPr>
          <a:xfrm>
            <a:off x="300252" y="1101706"/>
            <a:ext cx="662826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/>
              <a:t>ESTADISTICAS DESCRIPTIVAS:</a:t>
            </a:r>
          </a:p>
          <a:p>
            <a:endParaRPr lang="es-CO" sz="2800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A0AA403-5594-D423-385B-CD4195632733}"/>
              </a:ext>
            </a:extLst>
          </p:cNvPr>
          <p:cNvCxnSpPr/>
          <p:nvPr/>
        </p:nvCxnSpPr>
        <p:spPr>
          <a:xfrm>
            <a:off x="375708" y="1714500"/>
            <a:ext cx="589583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Gráfico de las respuestas de Formularios. Título de la pregunta: 1. Te gustaria una sección de &quot;ofertas del dia&quot; o &quot;liquidaciones&quot; . Número de respuestas: 16 respuestas.">
            <a:extLst>
              <a:ext uri="{FF2B5EF4-FFF2-40B4-BE49-F238E27FC236}">
                <a16:creationId xmlns:a16="http://schemas.microsoft.com/office/drawing/2014/main" id="{356E4914-FA78-405B-268A-F0C6BD2969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08" y="1825627"/>
            <a:ext cx="3927281" cy="1476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ráfico de las respuestas de Formularios. Título de la pregunta: 2.Te gustaría que el sistema de informacion tenga un buscador de productos?&#10;. Número de respuestas: 16 respuestas.">
            <a:extLst>
              <a:ext uri="{FF2B5EF4-FFF2-40B4-BE49-F238E27FC236}">
                <a16:creationId xmlns:a16="http://schemas.microsoft.com/office/drawing/2014/main" id="{8FC3B00A-47E3-C748-6F5B-3557F98EA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145" y="1824971"/>
            <a:ext cx="3755207" cy="1579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Gráfico de las respuestas de Formularios. Título de la pregunta: 3.Necesitas filtros por talla, color o precio al buscar ropa?&#10;. Número de respuestas: 16 respuestas.">
            <a:extLst>
              <a:ext uri="{FF2B5EF4-FFF2-40B4-BE49-F238E27FC236}">
                <a16:creationId xmlns:a16="http://schemas.microsoft.com/office/drawing/2014/main" id="{BAFC0DBF-2C54-D455-E4B0-FD497B7D7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812" y="1825627"/>
            <a:ext cx="3927281" cy="1652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Gráfico de las respuestas de Formularios. Título de la pregunta: 4.Consideras necesario que los productos tengan reseñas de otros compradores?&#10;. Número de respuestas: 16 respuestas.">
            <a:extLst>
              <a:ext uri="{FF2B5EF4-FFF2-40B4-BE49-F238E27FC236}">
                <a16:creationId xmlns:a16="http://schemas.microsoft.com/office/drawing/2014/main" id="{3881E35C-D179-8092-E929-AA39F578D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794" y="1803228"/>
            <a:ext cx="3454205" cy="162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Gráfico de las respuestas de Formularios. Título de la pregunta: 7.Te resulta útil guardar tu carrito de compras para otra visita?&#10;. Número de respuestas: 16 respuestas.">
            <a:extLst>
              <a:ext uri="{FF2B5EF4-FFF2-40B4-BE49-F238E27FC236}">
                <a16:creationId xmlns:a16="http://schemas.microsoft.com/office/drawing/2014/main" id="{12C07D47-0637-7BFF-8C3A-1134B6837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662" y="3301717"/>
            <a:ext cx="3729882" cy="156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Gráfico de las respuestas de Formularios. Título de la pregunta: 8.Te gustaría que el sistema de informacon tenga chat en línea para resolver dudas?&#10;. Número de respuestas: 16 respuestas.">
            <a:extLst>
              <a:ext uri="{FF2B5EF4-FFF2-40B4-BE49-F238E27FC236}">
                <a16:creationId xmlns:a16="http://schemas.microsoft.com/office/drawing/2014/main" id="{4CFBF222-7531-99A5-1C79-BD08CEF64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653" y="3295988"/>
            <a:ext cx="3729882" cy="156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Gráfico de las respuestas de Formularios. Título de la pregunta: 9.Prefieres recibir notificaciones de descuentos por correo electrónico?&#10;. Número de respuestas: 16 respuestas.">
            <a:extLst>
              <a:ext uri="{FF2B5EF4-FFF2-40B4-BE49-F238E27FC236}">
                <a16:creationId xmlns:a16="http://schemas.microsoft.com/office/drawing/2014/main" id="{0DDCF9E5-CE7E-4B7C-ED72-A6F067984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285" y="4865161"/>
            <a:ext cx="4302989" cy="181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Gráfico de las respuestas de Formularios. Título de la pregunta: 10.Consideras importante que el sistema de informacion muestre claramente el tiempo de entrega?. Número de respuestas: 16 respuestas.">
            <a:extLst>
              <a:ext uri="{FF2B5EF4-FFF2-40B4-BE49-F238E27FC236}">
                <a16:creationId xmlns:a16="http://schemas.microsoft.com/office/drawing/2014/main" id="{3C8E7D6A-1A4C-33C3-4380-2143D7F0D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702" y="4911177"/>
            <a:ext cx="3846906" cy="1618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2044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341B4-F6C9-A9DF-112A-09A3C738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551FD0-517C-2DDD-1700-D7200B527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>
                <a:hlinkClick r:id="rId2" action="ppaction://hlinkfile"/>
              </a:rPr>
              <a:t>formato ieee-830.docx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09050E-0109-9675-7CF8-A4A9F07BC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7145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3053090-E6DE-F992-EAC8-E404A740F3FB}"/>
              </a:ext>
            </a:extLst>
          </p:cNvPr>
          <p:cNvSpPr txBox="1"/>
          <p:nvPr/>
        </p:nvSpPr>
        <p:spPr>
          <a:xfrm>
            <a:off x="300252" y="211200"/>
            <a:ext cx="4940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/>
              <a:t>Análisis y Desarrollo </a:t>
            </a:r>
            <a:r>
              <a:rPr lang="es-MX" sz="2800" dirty="0">
                <a:solidFill>
                  <a:schemeClr val="accent6"/>
                </a:solidFill>
              </a:rPr>
              <a:t>de Software</a:t>
            </a:r>
            <a:endParaRPr lang="es-CO" sz="2800" dirty="0">
              <a:solidFill>
                <a:schemeClr val="accent6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F5E1C1-077C-2EDF-A604-711A4C8BB555}"/>
              </a:ext>
            </a:extLst>
          </p:cNvPr>
          <p:cNvSpPr/>
          <p:nvPr/>
        </p:nvSpPr>
        <p:spPr>
          <a:xfrm>
            <a:off x="300251" y="1101706"/>
            <a:ext cx="699801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dirty="0"/>
              <a:t>REQUERIMIENTOS FUNCIONALES Y NO FUNCIONALES:</a:t>
            </a:r>
          </a:p>
          <a:p>
            <a:endParaRPr lang="es-CO" sz="2800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684B801-5C4C-087C-B299-092CB6C0365D}"/>
              </a:ext>
            </a:extLst>
          </p:cNvPr>
          <p:cNvCxnSpPr>
            <a:cxnSpLocks/>
          </p:cNvCxnSpPr>
          <p:nvPr/>
        </p:nvCxnSpPr>
        <p:spPr>
          <a:xfrm flipV="1">
            <a:off x="375708" y="1690688"/>
            <a:ext cx="6922558" cy="238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0C405F7A-EF4C-FF08-7502-EB29077E2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5504" y="211200"/>
            <a:ext cx="1064525" cy="102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720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</TotalTime>
  <Words>570</Words>
  <Application>Microsoft Office PowerPoint</Application>
  <PresentationFormat>Panorámica</PresentationFormat>
  <Paragraphs>37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Calibri Light (Títulos)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Julian Andres</dc:creator>
  <cp:lastModifiedBy>APRENDIZ</cp:lastModifiedBy>
  <cp:revision>27</cp:revision>
  <dcterms:created xsi:type="dcterms:W3CDTF">2025-08-01T18:17:32Z</dcterms:created>
  <dcterms:modified xsi:type="dcterms:W3CDTF">2025-10-20T22:07:51Z</dcterms:modified>
</cp:coreProperties>
</file>